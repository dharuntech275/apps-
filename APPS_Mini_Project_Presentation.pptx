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3840480" cy="411480"/>
          </a:xfrm>
          <a:prstGeom prst="roundRect">
            <a:avLst/>
          </a:prstGeom>
          <a:solidFill>
            <a:srgbClr val="1E3A8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93C5FD"/>
                </a:solidFill>
                <a:latin typeface="Calibri"/>
              </a:defRPr>
            </a:pPr>
            <a:r>
              <a:t>FINAL YEAR MINI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AI PREDICTIVE PERSONNEL STRESS AND WELFARE MONITORING SYSTEMS</a:t>
            </a:r>
          </a:p>
          <a:p>
            <a:pPr>
              <a:spcBef>
                <a:spcPts val="8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A Behavioral Telemetry &amp; Clinical AI Early-Warning Triage Platform for Armed Forces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10362895" cy="2651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400"/>
              </a:spcAft>
              <a:defRPr sz="1200" b="1">
                <a:solidFill>
                  <a:srgbClr val="38BDF8"/>
                </a:solidFill>
                <a:latin typeface="Calibri"/>
              </a:defRPr>
            </a:pPr>
            <a:r>
              <a:t>CANDIDATE &amp; ACADEMIC CREDENTIALS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Consolas"/>
              </a:defRPr>
            </a:pPr>
            <a:r>
              <a:t>NAME :            DHARUN.M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Consolas"/>
              </a:defRPr>
            </a:pPr>
            <a:r>
              <a:t>YEAR :            FINAL YEAR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Consolas"/>
              </a:defRPr>
            </a:pPr>
            <a:r>
              <a:t>DEPT :            COMPUTER SCIENCE AND BUSINESS SYSTEMS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Consolas"/>
              </a:defRPr>
            </a:pPr>
            <a:r>
              <a:t>PROJECT TITLE :   AI PREDICTIVE PERSONNEL STRESS AND WELFARE MONITORING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2926080" cy="32004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02 |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Challenges in Armed Forces Psychological Welfare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920240"/>
            <a:ext cx="822960" cy="8686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8288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Undetected Combat Fatigue &amp; Operational Strain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Armed forces personnel face prolonged high-intensity combat exposure and erratic sleep schedules, leading to cumulative mental exhaustion that frequently goes unnoticed.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918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3520440"/>
            <a:ext cx="822960" cy="8686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4290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Infrequent Manual Evaluations &amp; Fatal Delays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Traditional military welfare relies on sporadic, in-person psychological reviews that create critical response delays in suicide prevention and mental trauma intervention.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5120640"/>
            <a:ext cx="822960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50292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Absence of Confidential Real-Time Triage Systems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Soldiers often hesitate to report mental health struggles due to social stigma, while commanding officers lack automated tools to detect high-risk personnel early.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APPS - AI Predictive Personnel Stress &amp; Welfare Monitoring Systems | Computer Science &amp; Business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2926080" cy="32004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03 |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Core Project Goals &amp; Clinical Engineering 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920240"/>
            <a:ext cx="822960" cy="8686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8288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Proactive AI-Driven Early Stress Detection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Engineer an automated behavioral telemetry and clinical monitoring system capable of predicting soldier psychological burnout before it leads to critical operational failure.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918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3520440"/>
            <a:ext cx="822960" cy="8686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4290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Automated Multi-Metric Triage Categorization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Implement algorithmic classification dividing personnel into High, Medium, and Low risk tiers based on daily sleep, duty stress, heart rate, and squad morale.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5120640"/>
            <a:ext cx="822960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50292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Instant Frontline De-Escalation &amp; Crisis Dispatch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Provide immediate psychological stabilization through interactive 4-7-8 breathing exercises and direct 1-click Crisis SOS routing to military helpline 1902 and Tele-MANAS.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APPS - AI Predictive Personnel Stress &amp; Welfare Monitoring Systems | Computer Science &amp; Business Systems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2926080" cy="32004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04 |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3-Tier Role Hierarchy &amp; Cloud Infrastructure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920240"/>
            <a:ext cx="822960" cy="8686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8288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Tri-Level Military Role-Based Access Control (RBAC)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Strict operational separation across Personnel (Daily survey &amp; SOS), Welfare Officers (Triage roster &amp; Clinical notes), and Senior Command HQ (Analytics &amp; PIN control).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918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3520440"/>
            <a:ext cx="822960" cy="8686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4290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Serverless Backend with Vercel Cloud Blob Persistence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Python Flask WSGI microservice integrated with private Vercel Blob storage, ensuring zero database loss across ephemeral cloud cold-boots through automated snapshot hydration.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5120640"/>
            <a:ext cx="822960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50292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Dual-Screen Responsive Design (Laptop &amp; Mobile)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Executive 2-column laptop dashboard (1.15fr : 0.85fr grid) paired with a touch-optimized mobile slide-out drawer navigation with zero horizontal overflow.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APPS - AI Predictive Personnel Stress &amp; Welfare Monitoring Systems | Computer Science &amp; Business Systems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2926080" cy="32004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05 | PERSONNEL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Soldier Daily Self-Assessment &amp; Biometric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920240"/>
            <a:ext cx="822960" cy="8686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8288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4-Dimensional Daily Health Telemetry Capture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Personnel log daily sleep duration (0-12h), operational duty stress (1-10 dynamic slider), physical resting heart rate (bpm), and squad/family support level.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918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3520440"/>
            <a:ext cx="822960" cy="8686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4290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Smartwatch &amp; BLE Sensor Simulation Engine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One-click telemetry synchronization that automatically loads realistic wearable sensor data into daily assessment fields, reducing soldier reporting friction.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5120640"/>
            <a:ext cx="822960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50292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Gamified Morale Badges &amp; Habit Formation Streaks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Unlocks military achievement milestones such as 'Mental Resilience Sentinel' and tracks consecutive daily streaks to foster positive mental self-care habits.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APPS - AI Predictive Personnel Stress &amp; Welfare Monitoring Systems | Computer Science &amp; Business Systems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2926080" cy="32004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06 | CLINICAL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Automated Risk Triage &amp; Sleep Debt Analytics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920240"/>
            <a:ext cx="822960" cy="8686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8288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Rule-Based Clinical Triage Scoring Algorithm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Instantly evaluates inputs against medical thresholds to tag entries as High Risk (Red - immediate intervention), Medium Risk (Yellow), or Low Risk (Green - stable).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918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3520440"/>
            <a:ext cx="822960" cy="8686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4290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Cumulative 7-Day Fatigue &amp; Sleep Debt Forecaster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Calculates cumulative sleep deficit from a 7-hour baseline to generate the Operational Strain Index (0-100%) and personalized recovery advisories.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5120640"/>
            <a:ext cx="822960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50292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Proactive Burnout Prevention for Field Command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Alerts unit officers when soldier fatigue crosses safety thresholds (above 65%), preventing weapon-handling mishaps and guard duty vigilance failures.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APPS - AI Predictive Personnel Stress &amp; Welfare Monitoring Systems | Computer Science &amp; Business Systems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2926080" cy="32004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07 | EMERGENCY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Life-Saving Crisis SOS &amp; 4-7-8 Breathing Tool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920240"/>
            <a:ext cx="822960" cy="8686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8288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1-Click Defense Crisis SOS Emergency Beacon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Provides instant one-tap dialing to Army Emergency Helpline (1902) and National Tele-MANAS (14416) during severe psychological breakdown.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918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3520440"/>
            <a:ext cx="822960" cy="8686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4290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Command Dashboard Crimson Red Alert Intercept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Triggering the SOS beacon immediately broadcasts high-priority pulsing red alert banners across officer and headquarters screens for rapid intervention.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5120640"/>
            <a:ext cx="822960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50292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Tactical 4-7-8 Breathing &amp; Panic De-Escalation Engine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Interactive animated guide (4s Inhale, 7s Hold, 8s Exhale) activating the parasympathetic nervous system to quickly lower elevated heart rate and anxiety.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APPS - AI Predictive Personnel Stress &amp; Welfare Monitoring Systems | Computer Science &amp; Business Systems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2926080" cy="32004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08 | COMMAND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Welfare Officer Supervision &amp; Senior Admin Controls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920240"/>
            <a:ext cx="822960" cy="8686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8288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Live Personnel Monitoring Roster &amp; Search Filters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Enables Welfare Officers to view all squad members, filter by risk level, and immediately isolate soldiers requiring urgent clinical attention.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918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3520440"/>
            <a:ext cx="822960" cy="8686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4290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Confidential Clinical Counseling Notes Engine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Provides structured documentation for officer counseling sessions, tracking clinical observations, follow-up flags, and review schedules securely.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5120640"/>
            <a:ext cx="822960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50292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Dynamic Command Master PIN &amp; Senior HQ Analytics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Senior Admins monitor army-wide risk distributions, review immutable activity audit trails, and rotate the 4-digit Master PIN in real-time.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APPS - AI Predictive Personnel Stress &amp; Welfare Monitoring Systems | Computer Science &amp; Business Systems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2926080" cy="32004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09 | TECHNOLOGY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Robust Tech Stack, Encryption &amp; Vernacular Support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920240"/>
            <a:ext cx="822960" cy="8686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8288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Full-Stack Development Framework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Engineered using Python Flask micro-framework, SQLite3 database, private Vercel Blob cloud storage, ReportLab PDF generators, and Vanilla CSS3/JS.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918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3520440"/>
            <a:ext cx="822960" cy="8686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4290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Defense-Grade Security Architecture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Enforces PBKDF2-HMAC-SHA256 password salting, parameterized SQL protection, self-service unit password recovery, and append-only activity logging.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5120640"/>
            <a:ext cx="822960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50292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Zero-Latency Multi-Language Vernacular Switcher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Client-side localization supporting English, Tamil (தமிழ்), and Hindi (हिंदी) stored in localStorage, making mental health care accessible to every jawan.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APPS - AI Predictive Personnel Stress &amp; Welfare Monitoring Systems | Computer Science &amp; Business Systems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2926080" cy="32004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10 |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Project Summary &amp; Future Research Directions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920240"/>
            <a:ext cx="822960" cy="8686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8288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Production-Ready Deployment &amp; Real-World Impact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Successfully tested and deployed live on Vercel (https://apps-nu-henna.vercel.app), delivering a zero-latency digital welfare shield for defense forces.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918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3520440"/>
            <a:ext cx="822960" cy="8686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4290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Friction-Free Direct Access &amp; Complete Transparency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Eliminated unnecessary authentication barriers for fast soldier reporting while maintaining strict command PIN gating and multi-role audit logging.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1054577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5120640"/>
            <a:ext cx="822960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5029200"/>
            <a:ext cx="9144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Future Roadmap: Wearable IoT &amp; Voice Sentiment AI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  <a:latin typeface="Calibri"/>
              </a:defRPr>
            </a:pPr>
            <a:r>
              <a:t>Planned extensions include direct Bluetooth smartwatch hardware pairing, AI voice sentiment analysis during counseling, and edge-mesh offline database sync.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APPS - AI Predictive Personnel Stress &amp; Welfare Monitoring Systems | Computer Science &amp; Business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