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457200"/>
            <a:ext cx="11094415" cy="5943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731520"/>
            <a:ext cx="4114800" cy="384048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FINAL YEAR 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628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Arial"/>
              </a:defRPr>
            </a:pPr>
            <a:r>
              <a:t>AI PREDICTIVE PERSONNEL STRESS AND WELFARE MONITORING SYSTEMS</a:t>
            </a:r>
          </a:p>
          <a:p>
            <a:pPr>
              <a:spcBef>
                <a:spcPts val="600"/>
              </a:spcBef>
              <a:defRPr sz="1300" b="1">
                <a:solidFill>
                  <a:srgbClr val="0F766E"/>
                </a:solidFill>
                <a:latin typeface="Arial"/>
              </a:defRPr>
            </a:pPr>
            <a:r>
              <a:t>A Smart Web Platform to Track, Predict, and Protect the Mental Health of Soldiers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017520"/>
            <a:ext cx="10362895" cy="28346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1D4ED8"/>
                </a:solidFill>
                <a:latin typeface="Arial"/>
              </a:defRPr>
            </a:pPr>
            <a:r>
              <a:t>STUDENT &amp; PROJECT DETAILS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onsolas"/>
              </a:defRPr>
            </a:pPr>
            <a:r>
              <a:t>NAME :            DHARUN.M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onsolas"/>
              </a:defRPr>
            </a:pPr>
            <a:r>
              <a:t>YEAR :            FINAL YEAR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onsolas"/>
              </a:defRPr>
            </a:pPr>
            <a:r>
              <a:t>DEPT :            COMPUTER SCIENCE AND BUSINESS SYSTEMS</a:t>
            </a:r>
          </a:p>
          <a:p>
            <a:pPr>
              <a:spcAft>
                <a:spcPts val="600"/>
              </a:spcAft>
              <a:defRPr sz="1250" b="1">
                <a:solidFill>
                  <a:srgbClr val="0F172A"/>
                </a:solidFill>
                <a:latin typeface="Consolas"/>
              </a:defRPr>
            </a:pPr>
            <a:r>
              <a:t>PROJECT TITLE :   AI PREDICTIVE PERSONNEL STRESS AND WELFARE MONITORING SYSTEMS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02 |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Why is This Project Needed? (Real Military Challenges)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Hidden Stress in Field Duty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Soldiers deployed in remote border areas face high mental pressure and very little sleep, but their daily stress goes unnoticed until it becomes severe.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Manual Check-ups are Too Late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Existing psychological reviews happen only once in 3 or 6 months. This huge delay prevents officers from stopping critical mental breakdowns in time.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Soldiers Hesitate to Share Directly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Due to fear and hesitation, soldiers do not talk about their sadness openly, and commanding officers have no digital tool to spot high-risk jawans early.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2 of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03 | 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What Did We Build to Solve This Problem?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Easy Daily Health Tracking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Build a simple website where every soldier can easily submit their daily sleep hours, duty stress, and heart rate in less than 30 seconds.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Automatic Color Alert (Triage System)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Automatically categorize soldiers into Red (High Risk), Yellow (Medium Risk), and Green (Safe) based on their daily health scores.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Instant Emergency Help &amp; Calming Tool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Provide a 1-click Crisis SOS call button to Army Helplines and an interactive 4-7-8 breathing exercise to calm rapid heartbeats and panic.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3 of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04 |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How the System Works: 3 Roles &amp; Cloud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Three Clear User Roles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Strict division of duties: Soldiers log daily data; Welfare Officers monitor risk rosters and give counseling; Senior Admins manage overall Army stats.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Safe Cloud Database with Zero Data Loss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Developed using Python Flask and SQLite, connected to private Vercel cloud storage so that database records are permanently saved without losing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Works Smoothly on Mobile &amp; Laptop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Designed with a clean mobile slide-out menu for smartphones and an executive two-column dashboard for laptops with zero horizontal scrolling.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4 of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05 | PERSONNEL MODULE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How a Soldier Uses the System Daily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4 Quick Daily Health Inputs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Soldier enters only four basic numbers: Sleep hours (0-12), Operational stress slider (1-10), Heart rate (bpm), and Squad morale (1-5).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Smartwatch One-Click Sync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 single 'Sync Smartwatch' button automatically fills sensor heart rate and sleep values so the soldier does not need to type manually.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Daily Streak &amp; Achievement Badges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App rewards consecutive daily entries with positive streak counts and military badges (like 'Iron Mind') to encourage daily self-care habits.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5 of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06 | SMART HEALTH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Automated Risk Triage &amp; 7-Day Sleep Loss Forecaster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Automatic Red / Yellow / Green Tagging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If sleep is under 5 hours or stress is 8 or above, the app immediately tags the soldier in RED (High Risk) so officers can help right away.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7-Day Sleep Debt Calculation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App calculates total lost sleep compared to the 7-hour army baseline and creates a 0-100% Operational Fatigue Score.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Rest Alert to Prevent Duty Accidents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If a soldier's fatigue score crosses 65%, the system immediately recommends mandatory rest to prevent weapon accidents and duty mistakes.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6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07 | EMERGENCY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1-Click Crisis SOS &amp; 4-7-8 Breathing Calmer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1-Click Crisis SOS Button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 prominent red SOS button allows soldiers in severe distress to immediately call the Army Helpline (1902) or Tele-MANAS (14416).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Flashing Red Alert for Officers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When a soldier taps the SOS button, a flashing crimson red alert banner immediately pops up on the commanding officer's computer screen.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Tactical 4-7-8 Breathing Stabilizer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An animated circle guides the soldier: Inhale for 4s, Hold for 7s, and Exhale for 8s to quickly lower elevated heart rate and panic.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7 of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08 | COMMAND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Supervision Tools for Welfare Officers &amp; Admins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Live Soldier Roster with Risk Filters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Welfare Officers can view all soldiers in their unit, filter by Red, Yellow, or Green, and immediately help soldiers in danger.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Confidential Counseling Diary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Officers can record private clinical counseling notes, save action steps, and schedule follow-up dates securely in the database.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Command Master PIN &amp; Army Statistics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Senior Admins can view army-wide risk charts, check tamper-proof activity logs, and change the 4-digit signup security PIN anytime.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8 of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09 | TECH STACK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Tools Used &amp; Safety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Reliable Modern Full-Stack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Built using Python Flask, SQLite database, Vercel Cloud Serverless platform, ReportLab for PDF exports, and Vanilla HTML/CSS/JS.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Strong Password &amp; Recovery Security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Passwords are encrypted using PBKDF2 hashing. Soldiers can reset forgotten passwords using their Name and Service Unit without email/SMS.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Instant 3-Language Switcher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One-click language dropdown allows soldiers to switch between English, Tamil, and Hindi instantly for barrier-free comfort.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9 of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411480"/>
            <a:ext cx="3200400" cy="320040"/>
          </a:xfrm>
          <a:prstGeom prst="roundRect">
            <a:avLst/>
          </a:prstGeom>
          <a:solidFill>
            <a:srgbClr val="F1F5F9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SLIDE 10 | 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Arial"/>
              </a:defRPr>
            </a:pPr>
            <a:r>
              <a:t>Project Summary &amp; Next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51560" y="185623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D4ED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Successfully Tested &amp; Live Online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The project is 100% completed and deployed live on Vercel at https://apps-nu-henna.vercel.app for real-world testing.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324612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350215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766E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38328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Fast, Friction-Free Experience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Removed all slow verification barriers so soldiers can log in directly and submit their health records in under 30 seconds.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892040"/>
            <a:ext cx="1054577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51560" y="5148072"/>
            <a:ext cx="777240" cy="86868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F172A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5029200"/>
            <a:ext cx="9144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0F172A"/>
                </a:solidFill>
                <a:latin typeface="Arial"/>
              </a:defRPr>
            </a:pPr>
            <a:r>
              <a:t>Future Plans: Real Smartwatches &amp; Voice AI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Arial"/>
              </a:defRPr>
            </a:pPr>
            <a:r>
              <a:t>Future upgrades include direct Bluetooth pairing with actual military smartwatches and AI voice sentiment analysis during counseling.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4652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APPS - Final Year Mini Project | DHARUN.M (CSBS) | Slide 10 of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